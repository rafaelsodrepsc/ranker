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72799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2" y="1122363"/>
            <a:ext cx="1295995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3602038"/>
            <a:ext cx="1295995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57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811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1709739"/>
            <a:ext cx="1490394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4589464"/>
            <a:ext cx="149039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78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1825625"/>
            <a:ext cx="7343974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1825625"/>
            <a:ext cx="7343974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781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365126"/>
            <a:ext cx="14903947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7" y="1681163"/>
            <a:ext cx="73102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7" y="2505075"/>
            <a:ext cx="7310223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1681163"/>
            <a:ext cx="734622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2505075"/>
            <a:ext cx="7346224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84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347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602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457200"/>
            <a:ext cx="557322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987426"/>
            <a:ext cx="874796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057400"/>
            <a:ext cx="557322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36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457200"/>
            <a:ext cx="557322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987426"/>
            <a:ext cx="874796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057400"/>
            <a:ext cx="557322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60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1242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5" y="365125"/>
            <a:ext cx="3725987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6" y="365125"/>
            <a:ext cx="10961961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60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365126"/>
            <a:ext cx="149039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1825625"/>
            <a:ext cx="14903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6356351"/>
            <a:ext cx="3887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240AD-D9A4-4A5D-A789-D9B9F85D4639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6356351"/>
            <a:ext cx="5831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6356351"/>
            <a:ext cx="3887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7F56D-5BF0-48A7-85EC-6FED5C6F4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15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5D4BFEA-E268-4D49-B303-180093B6E644}"/>
              </a:ext>
            </a:extLst>
          </p:cNvPr>
          <p:cNvSpPr/>
          <p:nvPr/>
        </p:nvSpPr>
        <p:spPr>
          <a:xfrm>
            <a:off x="1204544" y="1074211"/>
            <a:ext cx="914400" cy="475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START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1FD93D-5208-4711-8F52-35291B6EF2EF}"/>
              </a:ext>
            </a:extLst>
          </p:cNvPr>
          <p:cNvSpPr/>
          <p:nvPr/>
        </p:nvSpPr>
        <p:spPr>
          <a:xfrm>
            <a:off x="632183" y="1577338"/>
            <a:ext cx="2059121" cy="12484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Compilação e execução do processo em Java.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3F2DA33E-E9A7-4F6F-914F-4B948738F505}"/>
              </a:ext>
            </a:extLst>
          </p:cNvPr>
          <p:cNvSpPr/>
          <p:nvPr/>
        </p:nvSpPr>
        <p:spPr>
          <a:xfrm>
            <a:off x="2691613" y="1925980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40C787-0739-44BD-A81A-9237F05FC815}"/>
              </a:ext>
            </a:extLst>
          </p:cNvPr>
          <p:cNvSpPr/>
          <p:nvPr/>
        </p:nvSpPr>
        <p:spPr>
          <a:xfrm>
            <a:off x="3309767" y="1577338"/>
            <a:ext cx="2059120" cy="124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Impressão do prompt de entrada com todas opções de operação do sistema.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F63188AD-6411-4C09-9807-F64B1FA91E1B}"/>
              </a:ext>
            </a:extLst>
          </p:cNvPr>
          <p:cNvSpPr/>
          <p:nvPr/>
        </p:nvSpPr>
        <p:spPr>
          <a:xfrm>
            <a:off x="5364131" y="1953119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CF33011-3EC9-409F-9D58-CE127634CEB6}"/>
              </a:ext>
            </a:extLst>
          </p:cNvPr>
          <p:cNvSpPr/>
          <p:nvPr/>
        </p:nvSpPr>
        <p:spPr>
          <a:xfrm>
            <a:off x="11393163" y="1577338"/>
            <a:ext cx="2070130" cy="124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Execução do código que determina e armazena informação de em qual dia será o jogo X com os times A e B, no local  Y.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CB86812E-E569-4CC6-A430-23FEA505DCA9}"/>
              </a:ext>
            </a:extLst>
          </p:cNvPr>
          <p:cNvSpPr/>
          <p:nvPr/>
        </p:nvSpPr>
        <p:spPr>
          <a:xfrm>
            <a:off x="13480933" y="1925980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8774811-F906-4B9B-8485-0F6494D5F518}"/>
              </a:ext>
            </a:extLst>
          </p:cNvPr>
          <p:cNvSpPr/>
          <p:nvPr/>
        </p:nvSpPr>
        <p:spPr>
          <a:xfrm>
            <a:off x="14112347" y="1577338"/>
            <a:ext cx="2087769" cy="124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Armazenamento do emparelhamento completo do campeonato em arquivo .</a:t>
            </a:r>
            <a:r>
              <a:rPr lang="pt-BR" sz="1200" dirty="0" err="1"/>
              <a:t>txt</a:t>
            </a:r>
            <a:r>
              <a:rPr lang="pt-BR" sz="1200" dirty="0"/>
              <a:t>.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18D6288C-3F7D-421D-BD2B-B2893880365C}"/>
              </a:ext>
            </a:extLst>
          </p:cNvPr>
          <p:cNvSpPr/>
          <p:nvPr/>
        </p:nvSpPr>
        <p:spPr>
          <a:xfrm>
            <a:off x="16203252" y="1953116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8F4C27F-6CEE-486A-9BDB-E890D533107B}"/>
              </a:ext>
            </a:extLst>
          </p:cNvPr>
          <p:cNvSpPr/>
          <p:nvPr/>
        </p:nvSpPr>
        <p:spPr>
          <a:xfrm>
            <a:off x="5987350" y="1577338"/>
            <a:ext cx="2070130" cy="124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Solicitar ao usuário digitar os times que disputarão o campeonato.</a:t>
            </a:r>
          </a:p>
          <a:p>
            <a:pPr algn="ctr"/>
            <a:r>
              <a:rPr lang="pt-BR" sz="1200" dirty="0"/>
              <a:t>(Guardar essa </a:t>
            </a:r>
            <a:r>
              <a:rPr lang="pt-BR" sz="1200" dirty="0" err="1"/>
              <a:t>info</a:t>
            </a:r>
            <a:r>
              <a:rPr lang="pt-BR" sz="1200" dirty="0"/>
              <a:t>.)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BF294D7-5F44-42E0-BC7A-9C69C7B2334F}"/>
              </a:ext>
            </a:extLst>
          </p:cNvPr>
          <p:cNvSpPr/>
          <p:nvPr/>
        </p:nvSpPr>
        <p:spPr>
          <a:xfrm>
            <a:off x="8686610" y="1577338"/>
            <a:ext cx="2070130" cy="124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Solicitar ao usuário digitar os locais de disputa do campeonato.</a:t>
            </a:r>
          </a:p>
          <a:p>
            <a:pPr algn="ctr"/>
            <a:r>
              <a:rPr lang="pt-BR" sz="1200" dirty="0"/>
              <a:t>(Guardar essa </a:t>
            </a:r>
            <a:r>
              <a:rPr lang="pt-BR" sz="1200" dirty="0" err="1"/>
              <a:t>info</a:t>
            </a:r>
            <a:r>
              <a:rPr lang="pt-BR" sz="1200" dirty="0"/>
              <a:t>.)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95CEE7B0-B627-4036-81DA-168AC8CA8819}"/>
              </a:ext>
            </a:extLst>
          </p:cNvPr>
          <p:cNvSpPr/>
          <p:nvPr/>
        </p:nvSpPr>
        <p:spPr>
          <a:xfrm>
            <a:off x="8057075" y="1953117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26A438AC-B282-4A61-8B6F-670CA1591970}"/>
              </a:ext>
            </a:extLst>
          </p:cNvPr>
          <p:cNvSpPr/>
          <p:nvPr/>
        </p:nvSpPr>
        <p:spPr>
          <a:xfrm>
            <a:off x="10774380" y="1925977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511C02A-59C2-4965-8071-B19D9F1A20AA}"/>
              </a:ext>
            </a:extLst>
          </p:cNvPr>
          <p:cNvSpPr/>
          <p:nvPr/>
        </p:nvSpPr>
        <p:spPr>
          <a:xfrm>
            <a:off x="1261723" y="4238384"/>
            <a:ext cx="2087769" cy="124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Impressão do prompt de saída com todas as opções de exibição das informações geradas.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1D0C4383-966C-4B3F-840E-F1EFFB20E33B}"/>
              </a:ext>
            </a:extLst>
          </p:cNvPr>
          <p:cNvSpPr/>
          <p:nvPr/>
        </p:nvSpPr>
        <p:spPr>
          <a:xfrm>
            <a:off x="3362566" y="4587025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2E36926C-ABCE-440F-95F4-169C0A022278}"/>
              </a:ext>
            </a:extLst>
          </p:cNvPr>
          <p:cNvSpPr/>
          <p:nvPr/>
        </p:nvSpPr>
        <p:spPr>
          <a:xfrm>
            <a:off x="632183" y="4593367"/>
            <a:ext cx="613774" cy="55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E06C3DE-8BB6-4F50-B132-78B16E1F0200}"/>
              </a:ext>
            </a:extLst>
          </p:cNvPr>
          <p:cNvSpPr/>
          <p:nvPr/>
        </p:nvSpPr>
        <p:spPr>
          <a:xfrm>
            <a:off x="3992106" y="4238384"/>
            <a:ext cx="2087769" cy="124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Impressão formatada da tabela de jogos do campeonato. 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51D37E7-2E73-41AE-8B94-ED9CA5E8DF41}"/>
              </a:ext>
            </a:extLst>
          </p:cNvPr>
          <p:cNvSpPr/>
          <p:nvPr/>
        </p:nvSpPr>
        <p:spPr>
          <a:xfrm>
            <a:off x="4578790" y="3727763"/>
            <a:ext cx="914400" cy="475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END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E2DB50A-86B8-4620-8ABA-18722622EC7C}"/>
              </a:ext>
            </a:extLst>
          </p:cNvPr>
          <p:cNvSpPr/>
          <p:nvPr/>
        </p:nvSpPr>
        <p:spPr>
          <a:xfrm>
            <a:off x="11772310" y="1074211"/>
            <a:ext cx="1311836" cy="4759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EXECUTION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DE28DB5-294C-4F5B-B109-955D541AE0E3}"/>
              </a:ext>
            </a:extLst>
          </p:cNvPr>
          <p:cNvSpPr/>
          <p:nvPr/>
        </p:nvSpPr>
        <p:spPr>
          <a:xfrm>
            <a:off x="14699031" y="1066717"/>
            <a:ext cx="914400" cy="4759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SAVE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0B20C4D-DFE4-4421-B9FF-BAC7206A3A83}"/>
              </a:ext>
            </a:extLst>
          </p:cNvPr>
          <p:cNvSpPr/>
          <p:nvPr/>
        </p:nvSpPr>
        <p:spPr>
          <a:xfrm>
            <a:off x="1787265" y="3727763"/>
            <a:ext cx="1036683" cy="4759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PROMPT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B7C8475-F23E-4C32-8164-D20046C19FE1}"/>
              </a:ext>
            </a:extLst>
          </p:cNvPr>
          <p:cNvSpPr/>
          <p:nvPr/>
        </p:nvSpPr>
        <p:spPr>
          <a:xfrm>
            <a:off x="3820985" y="1066717"/>
            <a:ext cx="1036683" cy="4759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PROMPT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1314CCF-3ED9-4D73-AF5A-6C80EB440EC3}"/>
              </a:ext>
            </a:extLst>
          </p:cNvPr>
          <p:cNvSpPr/>
          <p:nvPr/>
        </p:nvSpPr>
        <p:spPr>
          <a:xfrm>
            <a:off x="6366497" y="1066717"/>
            <a:ext cx="1311836" cy="47598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COLLECT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D6A5B16-B988-47E1-89BC-E28653E7BA30}"/>
              </a:ext>
            </a:extLst>
          </p:cNvPr>
          <p:cNvSpPr/>
          <p:nvPr/>
        </p:nvSpPr>
        <p:spPr>
          <a:xfrm>
            <a:off x="9073838" y="1066717"/>
            <a:ext cx="1311836" cy="47598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COLLECT</a:t>
            </a:r>
          </a:p>
        </p:txBody>
      </p:sp>
    </p:spTree>
    <p:extLst>
      <p:ext uri="{BB962C8B-B14F-4D97-AF65-F5344CB8AC3E}">
        <p14:creationId xmlns:p14="http://schemas.microsoft.com/office/powerpoint/2010/main" val="1259883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123</Words>
  <Application>Microsoft Office PowerPoint</Application>
  <PresentationFormat>Personalizar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Camila</dc:creator>
  <cp:lastModifiedBy>Camila</cp:lastModifiedBy>
  <cp:revision>2</cp:revision>
  <dcterms:created xsi:type="dcterms:W3CDTF">2026-02-07T20:56:06Z</dcterms:created>
  <dcterms:modified xsi:type="dcterms:W3CDTF">2026-02-07T21:34:42Z</dcterms:modified>
</cp:coreProperties>
</file>