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8311813" cy="162179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>
        <p:scale>
          <a:sx n="57" d="100"/>
          <a:sy n="57" d="100"/>
        </p:scale>
        <p:origin x="174" y="-2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3386" y="2654181"/>
            <a:ext cx="15565041" cy="5646232"/>
          </a:xfrm>
        </p:spPr>
        <p:txBody>
          <a:bodyPr anchor="b"/>
          <a:lstStyle>
            <a:lvl1pPr algn="ctr">
              <a:defRPr sz="1201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8977" y="8518153"/>
            <a:ext cx="13733860" cy="3915571"/>
          </a:xfrm>
        </p:spPr>
        <p:txBody>
          <a:bodyPr/>
          <a:lstStyle>
            <a:lvl1pPr marL="0" indent="0" algn="ctr">
              <a:buNone/>
              <a:defRPr sz="4806"/>
            </a:lvl1pPr>
            <a:lvl2pPr marL="915589" indent="0" algn="ctr">
              <a:buNone/>
              <a:defRPr sz="4005"/>
            </a:lvl2pPr>
            <a:lvl3pPr marL="1831177" indent="0" algn="ctr">
              <a:buNone/>
              <a:defRPr sz="3605"/>
            </a:lvl3pPr>
            <a:lvl4pPr marL="2746766" indent="0" algn="ctr">
              <a:buNone/>
              <a:defRPr sz="3204"/>
            </a:lvl4pPr>
            <a:lvl5pPr marL="3662355" indent="0" algn="ctr">
              <a:buNone/>
              <a:defRPr sz="3204"/>
            </a:lvl5pPr>
            <a:lvl6pPr marL="4577944" indent="0" algn="ctr">
              <a:buNone/>
              <a:defRPr sz="3204"/>
            </a:lvl6pPr>
            <a:lvl7pPr marL="5493532" indent="0" algn="ctr">
              <a:buNone/>
              <a:defRPr sz="3204"/>
            </a:lvl7pPr>
            <a:lvl8pPr marL="6409121" indent="0" algn="ctr">
              <a:buNone/>
              <a:defRPr sz="3204"/>
            </a:lvl8pPr>
            <a:lvl9pPr marL="7324710" indent="0" algn="ctr">
              <a:buNone/>
              <a:defRPr sz="3204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BADFD-A096-4066-82A8-812390A9532C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FE1E3-EBF7-4330-A35E-26449E0AA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4450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BADFD-A096-4066-82A8-812390A9532C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FE1E3-EBF7-4330-A35E-26449E0AA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2460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9401" y="4043217"/>
            <a:ext cx="15793939" cy="6746195"/>
          </a:xfrm>
        </p:spPr>
        <p:txBody>
          <a:bodyPr anchor="b"/>
          <a:lstStyle>
            <a:lvl1pPr>
              <a:defRPr sz="1201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9401" y="10853234"/>
            <a:ext cx="15793939" cy="3547664"/>
          </a:xfrm>
        </p:spPr>
        <p:txBody>
          <a:bodyPr/>
          <a:lstStyle>
            <a:lvl1pPr marL="0" indent="0">
              <a:buNone/>
              <a:defRPr sz="4806">
                <a:solidFill>
                  <a:schemeClr val="tx1"/>
                </a:solidFill>
              </a:defRPr>
            </a:lvl1pPr>
            <a:lvl2pPr marL="915589" indent="0">
              <a:buNone/>
              <a:defRPr sz="4005">
                <a:solidFill>
                  <a:schemeClr val="tx1">
                    <a:tint val="75000"/>
                  </a:schemeClr>
                </a:solidFill>
              </a:defRPr>
            </a:lvl2pPr>
            <a:lvl3pPr marL="1831177" indent="0">
              <a:buNone/>
              <a:defRPr sz="3605">
                <a:solidFill>
                  <a:schemeClr val="tx1">
                    <a:tint val="75000"/>
                  </a:schemeClr>
                </a:solidFill>
              </a:defRPr>
            </a:lvl3pPr>
            <a:lvl4pPr marL="2746766" indent="0">
              <a:buNone/>
              <a:defRPr sz="3204">
                <a:solidFill>
                  <a:schemeClr val="tx1">
                    <a:tint val="75000"/>
                  </a:schemeClr>
                </a:solidFill>
              </a:defRPr>
            </a:lvl4pPr>
            <a:lvl5pPr marL="3662355" indent="0">
              <a:buNone/>
              <a:defRPr sz="3204">
                <a:solidFill>
                  <a:schemeClr val="tx1">
                    <a:tint val="75000"/>
                  </a:schemeClr>
                </a:solidFill>
              </a:defRPr>
            </a:lvl5pPr>
            <a:lvl6pPr marL="4577944" indent="0">
              <a:buNone/>
              <a:defRPr sz="3204">
                <a:solidFill>
                  <a:schemeClr val="tx1">
                    <a:tint val="75000"/>
                  </a:schemeClr>
                </a:solidFill>
              </a:defRPr>
            </a:lvl6pPr>
            <a:lvl7pPr marL="5493532" indent="0">
              <a:buNone/>
              <a:defRPr sz="3204">
                <a:solidFill>
                  <a:schemeClr val="tx1">
                    <a:tint val="75000"/>
                  </a:schemeClr>
                </a:solidFill>
              </a:defRPr>
            </a:lvl7pPr>
            <a:lvl8pPr marL="6409121" indent="0">
              <a:buNone/>
              <a:defRPr sz="3204">
                <a:solidFill>
                  <a:schemeClr val="tx1">
                    <a:tint val="75000"/>
                  </a:schemeClr>
                </a:solidFill>
              </a:defRPr>
            </a:lvl8pPr>
            <a:lvl9pPr marL="7324710" indent="0">
              <a:buNone/>
              <a:defRPr sz="320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BADFD-A096-4066-82A8-812390A9532C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FE1E3-EBF7-4330-A35E-26449E0AA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7288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8937" y="4317265"/>
            <a:ext cx="7782521" cy="1029010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70355" y="4317265"/>
            <a:ext cx="7782521" cy="1029010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BADFD-A096-4066-82A8-812390A9532C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FE1E3-EBF7-4330-A35E-26449E0AA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8623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322" y="863457"/>
            <a:ext cx="15793939" cy="313471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324" y="3975639"/>
            <a:ext cx="7746754" cy="1948399"/>
          </a:xfrm>
        </p:spPr>
        <p:txBody>
          <a:bodyPr anchor="b"/>
          <a:lstStyle>
            <a:lvl1pPr marL="0" indent="0">
              <a:buNone/>
              <a:defRPr sz="4806" b="1"/>
            </a:lvl1pPr>
            <a:lvl2pPr marL="915589" indent="0">
              <a:buNone/>
              <a:defRPr sz="4005" b="1"/>
            </a:lvl2pPr>
            <a:lvl3pPr marL="1831177" indent="0">
              <a:buNone/>
              <a:defRPr sz="3605" b="1"/>
            </a:lvl3pPr>
            <a:lvl4pPr marL="2746766" indent="0">
              <a:buNone/>
              <a:defRPr sz="3204" b="1"/>
            </a:lvl4pPr>
            <a:lvl5pPr marL="3662355" indent="0">
              <a:buNone/>
              <a:defRPr sz="3204" b="1"/>
            </a:lvl5pPr>
            <a:lvl6pPr marL="4577944" indent="0">
              <a:buNone/>
              <a:defRPr sz="3204" b="1"/>
            </a:lvl6pPr>
            <a:lvl7pPr marL="5493532" indent="0">
              <a:buNone/>
              <a:defRPr sz="3204" b="1"/>
            </a:lvl7pPr>
            <a:lvl8pPr marL="6409121" indent="0">
              <a:buNone/>
              <a:defRPr sz="3204" b="1"/>
            </a:lvl8pPr>
            <a:lvl9pPr marL="7324710" indent="0">
              <a:buNone/>
              <a:defRPr sz="3204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324" y="5924039"/>
            <a:ext cx="7746754" cy="87133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70356" y="3975639"/>
            <a:ext cx="7784906" cy="1948399"/>
          </a:xfrm>
        </p:spPr>
        <p:txBody>
          <a:bodyPr anchor="b"/>
          <a:lstStyle>
            <a:lvl1pPr marL="0" indent="0">
              <a:buNone/>
              <a:defRPr sz="4806" b="1"/>
            </a:lvl1pPr>
            <a:lvl2pPr marL="915589" indent="0">
              <a:buNone/>
              <a:defRPr sz="4005" b="1"/>
            </a:lvl2pPr>
            <a:lvl3pPr marL="1831177" indent="0">
              <a:buNone/>
              <a:defRPr sz="3605" b="1"/>
            </a:lvl3pPr>
            <a:lvl4pPr marL="2746766" indent="0">
              <a:buNone/>
              <a:defRPr sz="3204" b="1"/>
            </a:lvl4pPr>
            <a:lvl5pPr marL="3662355" indent="0">
              <a:buNone/>
              <a:defRPr sz="3204" b="1"/>
            </a:lvl5pPr>
            <a:lvl6pPr marL="4577944" indent="0">
              <a:buNone/>
              <a:defRPr sz="3204" b="1"/>
            </a:lvl6pPr>
            <a:lvl7pPr marL="5493532" indent="0">
              <a:buNone/>
              <a:defRPr sz="3204" b="1"/>
            </a:lvl7pPr>
            <a:lvl8pPr marL="6409121" indent="0">
              <a:buNone/>
              <a:defRPr sz="3204" b="1"/>
            </a:lvl8pPr>
            <a:lvl9pPr marL="7324710" indent="0">
              <a:buNone/>
              <a:defRPr sz="3204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70356" y="5924039"/>
            <a:ext cx="7784906" cy="87133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BADFD-A096-4066-82A8-812390A9532C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FE1E3-EBF7-4330-A35E-26449E0AA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0549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BADFD-A096-4066-82A8-812390A9532C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FE1E3-EBF7-4330-A35E-26449E0AA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217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BADFD-A096-4066-82A8-812390A9532C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FE1E3-EBF7-4330-A35E-26449E0AA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0782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322" y="1081193"/>
            <a:ext cx="5906036" cy="3784177"/>
          </a:xfrm>
        </p:spPr>
        <p:txBody>
          <a:bodyPr anchor="b"/>
          <a:lstStyle>
            <a:lvl1pPr>
              <a:defRPr sz="640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84906" y="2335081"/>
            <a:ext cx="9270355" cy="11525221"/>
          </a:xfrm>
        </p:spPr>
        <p:txBody>
          <a:bodyPr/>
          <a:lstStyle>
            <a:lvl1pPr>
              <a:defRPr sz="6408"/>
            </a:lvl1pPr>
            <a:lvl2pPr>
              <a:defRPr sz="5607"/>
            </a:lvl2pPr>
            <a:lvl3pPr>
              <a:defRPr sz="4806"/>
            </a:lvl3pPr>
            <a:lvl4pPr>
              <a:defRPr sz="4005"/>
            </a:lvl4pPr>
            <a:lvl5pPr>
              <a:defRPr sz="4005"/>
            </a:lvl5pPr>
            <a:lvl6pPr>
              <a:defRPr sz="4005"/>
            </a:lvl6pPr>
            <a:lvl7pPr>
              <a:defRPr sz="4005"/>
            </a:lvl7pPr>
            <a:lvl8pPr>
              <a:defRPr sz="4005"/>
            </a:lvl8pPr>
            <a:lvl9pPr>
              <a:defRPr sz="400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1322" y="4865370"/>
            <a:ext cx="5906036" cy="9013700"/>
          </a:xfrm>
        </p:spPr>
        <p:txBody>
          <a:bodyPr/>
          <a:lstStyle>
            <a:lvl1pPr marL="0" indent="0">
              <a:buNone/>
              <a:defRPr sz="3204"/>
            </a:lvl1pPr>
            <a:lvl2pPr marL="915589" indent="0">
              <a:buNone/>
              <a:defRPr sz="2804"/>
            </a:lvl2pPr>
            <a:lvl3pPr marL="1831177" indent="0">
              <a:buNone/>
              <a:defRPr sz="2403"/>
            </a:lvl3pPr>
            <a:lvl4pPr marL="2746766" indent="0">
              <a:buNone/>
              <a:defRPr sz="2003"/>
            </a:lvl4pPr>
            <a:lvl5pPr marL="3662355" indent="0">
              <a:buNone/>
              <a:defRPr sz="2003"/>
            </a:lvl5pPr>
            <a:lvl6pPr marL="4577944" indent="0">
              <a:buNone/>
              <a:defRPr sz="2003"/>
            </a:lvl6pPr>
            <a:lvl7pPr marL="5493532" indent="0">
              <a:buNone/>
              <a:defRPr sz="2003"/>
            </a:lvl7pPr>
            <a:lvl8pPr marL="6409121" indent="0">
              <a:buNone/>
              <a:defRPr sz="2003"/>
            </a:lvl8pPr>
            <a:lvl9pPr marL="7324710" indent="0">
              <a:buNone/>
              <a:defRPr sz="200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BADFD-A096-4066-82A8-812390A9532C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FE1E3-EBF7-4330-A35E-26449E0AA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8656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322" y="1081193"/>
            <a:ext cx="5906036" cy="3784177"/>
          </a:xfrm>
        </p:spPr>
        <p:txBody>
          <a:bodyPr anchor="b"/>
          <a:lstStyle>
            <a:lvl1pPr>
              <a:defRPr sz="640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84906" y="2335081"/>
            <a:ext cx="9270355" cy="11525221"/>
          </a:xfrm>
        </p:spPr>
        <p:txBody>
          <a:bodyPr anchor="t"/>
          <a:lstStyle>
            <a:lvl1pPr marL="0" indent="0">
              <a:buNone/>
              <a:defRPr sz="6408"/>
            </a:lvl1pPr>
            <a:lvl2pPr marL="915589" indent="0">
              <a:buNone/>
              <a:defRPr sz="5607"/>
            </a:lvl2pPr>
            <a:lvl3pPr marL="1831177" indent="0">
              <a:buNone/>
              <a:defRPr sz="4806"/>
            </a:lvl3pPr>
            <a:lvl4pPr marL="2746766" indent="0">
              <a:buNone/>
              <a:defRPr sz="4005"/>
            </a:lvl4pPr>
            <a:lvl5pPr marL="3662355" indent="0">
              <a:buNone/>
              <a:defRPr sz="4005"/>
            </a:lvl5pPr>
            <a:lvl6pPr marL="4577944" indent="0">
              <a:buNone/>
              <a:defRPr sz="4005"/>
            </a:lvl6pPr>
            <a:lvl7pPr marL="5493532" indent="0">
              <a:buNone/>
              <a:defRPr sz="4005"/>
            </a:lvl7pPr>
            <a:lvl8pPr marL="6409121" indent="0">
              <a:buNone/>
              <a:defRPr sz="4005"/>
            </a:lvl8pPr>
            <a:lvl9pPr marL="7324710" indent="0">
              <a:buNone/>
              <a:defRPr sz="400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1322" y="4865370"/>
            <a:ext cx="5906036" cy="9013700"/>
          </a:xfrm>
        </p:spPr>
        <p:txBody>
          <a:bodyPr/>
          <a:lstStyle>
            <a:lvl1pPr marL="0" indent="0">
              <a:buNone/>
              <a:defRPr sz="3204"/>
            </a:lvl1pPr>
            <a:lvl2pPr marL="915589" indent="0">
              <a:buNone/>
              <a:defRPr sz="2804"/>
            </a:lvl2pPr>
            <a:lvl3pPr marL="1831177" indent="0">
              <a:buNone/>
              <a:defRPr sz="2403"/>
            </a:lvl3pPr>
            <a:lvl4pPr marL="2746766" indent="0">
              <a:buNone/>
              <a:defRPr sz="2003"/>
            </a:lvl4pPr>
            <a:lvl5pPr marL="3662355" indent="0">
              <a:buNone/>
              <a:defRPr sz="2003"/>
            </a:lvl5pPr>
            <a:lvl6pPr marL="4577944" indent="0">
              <a:buNone/>
              <a:defRPr sz="2003"/>
            </a:lvl6pPr>
            <a:lvl7pPr marL="5493532" indent="0">
              <a:buNone/>
              <a:defRPr sz="2003"/>
            </a:lvl7pPr>
            <a:lvl8pPr marL="6409121" indent="0">
              <a:buNone/>
              <a:defRPr sz="2003"/>
            </a:lvl8pPr>
            <a:lvl9pPr marL="7324710" indent="0">
              <a:buNone/>
              <a:defRPr sz="200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BADFD-A096-4066-82A8-812390A9532C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FE1E3-EBF7-4330-A35E-26449E0AA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3834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BADFD-A096-4066-82A8-812390A9532C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FE1E3-EBF7-4330-A35E-26449E0AA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955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104392" y="863453"/>
            <a:ext cx="3948485" cy="1374392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8938" y="863453"/>
            <a:ext cx="11616556" cy="1374392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BADFD-A096-4066-82A8-812390A9532C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FE1E3-EBF7-4330-A35E-26449E0AA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4469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8937" y="863457"/>
            <a:ext cx="15793939" cy="31347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937" y="4317265"/>
            <a:ext cx="15793939" cy="10290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8937" y="15031594"/>
            <a:ext cx="4120158" cy="863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BADFD-A096-4066-82A8-812390A9532C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65788" y="15031594"/>
            <a:ext cx="6180237" cy="863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32718" y="15031594"/>
            <a:ext cx="4120158" cy="863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3FE1E3-EBF7-4330-A35E-26449E0AA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6194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831177" rtl="0" eaLnBrk="1" latinLnBrk="0" hangingPunct="1">
        <a:lnSpc>
          <a:spcPct val="90000"/>
        </a:lnSpc>
        <a:spcBef>
          <a:spcPct val="0"/>
        </a:spcBef>
        <a:buNone/>
        <a:defRPr sz="88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794" indent="-457794" algn="l" defTabSz="1831177" rtl="0" eaLnBrk="1" latinLnBrk="0" hangingPunct="1">
        <a:lnSpc>
          <a:spcPct val="90000"/>
        </a:lnSpc>
        <a:spcBef>
          <a:spcPts val="2003"/>
        </a:spcBef>
        <a:buFont typeface="Arial" panose="020B0604020202020204" pitchFamily="34" charset="0"/>
        <a:buChar char="•"/>
        <a:defRPr sz="5607" kern="1200">
          <a:solidFill>
            <a:schemeClr val="tx1"/>
          </a:solidFill>
          <a:latin typeface="+mn-lt"/>
          <a:ea typeface="+mn-ea"/>
          <a:cs typeface="+mn-cs"/>
        </a:defRPr>
      </a:lvl1pPr>
      <a:lvl2pPr marL="1373383" indent="-457794" algn="l" defTabSz="1831177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4806" kern="1200">
          <a:solidFill>
            <a:schemeClr val="tx1"/>
          </a:solidFill>
          <a:latin typeface="+mn-lt"/>
          <a:ea typeface="+mn-ea"/>
          <a:cs typeface="+mn-cs"/>
        </a:defRPr>
      </a:lvl2pPr>
      <a:lvl3pPr marL="2288972" indent="-457794" algn="l" defTabSz="1831177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4005" kern="1200">
          <a:solidFill>
            <a:schemeClr val="tx1"/>
          </a:solidFill>
          <a:latin typeface="+mn-lt"/>
          <a:ea typeface="+mn-ea"/>
          <a:cs typeface="+mn-cs"/>
        </a:defRPr>
      </a:lvl3pPr>
      <a:lvl4pPr marL="3204561" indent="-457794" algn="l" defTabSz="1831177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3605" kern="1200">
          <a:solidFill>
            <a:schemeClr val="tx1"/>
          </a:solidFill>
          <a:latin typeface="+mn-lt"/>
          <a:ea typeface="+mn-ea"/>
          <a:cs typeface="+mn-cs"/>
        </a:defRPr>
      </a:lvl4pPr>
      <a:lvl5pPr marL="4120149" indent="-457794" algn="l" defTabSz="1831177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3605" kern="1200">
          <a:solidFill>
            <a:schemeClr val="tx1"/>
          </a:solidFill>
          <a:latin typeface="+mn-lt"/>
          <a:ea typeface="+mn-ea"/>
          <a:cs typeface="+mn-cs"/>
        </a:defRPr>
      </a:lvl5pPr>
      <a:lvl6pPr marL="5035738" indent="-457794" algn="l" defTabSz="1831177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3605" kern="1200">
          <a:solidFill>
            <a:schemeClr val="tx1"/>
          </a:solidFill>
          <a:latin typeface="+mn-lt"/>
          <a:ea typeface="+mn-ea"/>
          <a:cs typeface="+mn-cs"/>
        </a:defRPr>
      </a:lvl6pPr>
      <a:lvl7pPr marL="5951327" indent="-457794" algn="l" defTabSz="1831177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3605" kern="1200">
          <a:solidFill>
            <a:schemeClr val="tx1"/>
          </a:solidFill>
          <a:latin typeface="+mn-lt"/>
          <a:ea typeface="+mn-ea"/>
          <a:cs typeface="+mn-cs"/>
        </a:defRPr>
      </a:lvl7pPr>
      <a:lvl8pPr marL="6866915" indent="-457794" algn="l" defTabSz="1831177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3605" kern="1200">
          <a:solidFill>
            <a:schemeClr val="tx1"/>
          </a:solidFill>
          <a:latin typeface="+mn-lt"/>
          <a:ea typeface="+mn-ea"/>
          <a:cs typeface="+mn-cs"/>
        </a:defRPr>
      </a:lvl8pPr>
      <a:lvl9pPr marL="7782504" indent="-457794" algn="l" defTabSz="1831177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3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31177" rtl="0" eaLnBrk="1" latinLnBrk="0" hangingPunct="1">
        <a:defRPr sz="3605" kern="1200">
          <a:solidFill>
            <a:schemeClr val="tx1"/>
          </a:solidFill>
          <a:latin typeface="+mn-lt"/>
          <a:ea typeface="+mn-ea"/>
          <a:cs typeface="+mn-cs"/>
        </a:defRPr>
      </a:lvl1pPr>
      <a:lvl2pPr marL="915589" algn="l" defTabSz="1831177" rtl="0" eaLnBrk="1" latinLnBrk="0" hangingPunct="1">
        <a:defRPr sz="3605" kern="1200">
          <a:solidFill>
            <a:schemeClr val="tx1"/>
          </a:solidFill>
          <a:latin typeface="+mn-lt"/>
          <a:ea typeface="+mn-ea"/>
          <a:cs typeface="+mn-cs"/>
        </a:defRPr>
      </a:lvl2pPr>
      <a:lvl3pPr marL="1831177" algn="l" defTabSz="1831177" rtl="0" eaLnBrk="1" latinLnBrk="0" hangingPunct="1">
        <a:defRPr sz="3605" kern="1200">
          <a:solidFill>
            <a:schemeClr val="tx1"/>
          </a:solidFill>
          <a:latin typeface="+mn-lt"/>
          <a:ea typeface="+mn-ea"/>
          <a:cs typeface="+mn-cs"/>
        </a:defRPr>
      </a:lvl3pPr>
      <a:lvl4pPr marL="2746766" algn="l" defTabSz="1831177" rtl="0" eaLnBrk="1" latinLnBrk="0" hangingPunct="1">
        <a:defRPr sz="3605" kern="1200">
          <a:solidFill>
            <a:schemeClr val="tx1"/>
          </a:solidFill>
          <a:latin typeface="+mn-lt"/>
          <a:ea typeface="+mn-ea"/>
          <a:cs typeface="+mn-cs"/>
        </a:defRPr>
      </a:lvl4pPr>
      <a:lvl5pPr marL="3662355" algn="l" defTabSz="1831177" rtl="0" eaLnBrk="1" latinLnBrk="0" hangingPunct="1">
        <a:defRPr sz="3605" kern="1200">
          <a:solidFill>
            <a:schemeClr val="tx1"/>
          </a:solidFill>
          <a:latin typeface="+mn-lt"/>
          <a:ea typeface="+mn-ea"/>
          <a:cs typeface="+mn-cs"/>
        </a:defRPr>
      </a:lvl5pPr>
      <a:lvl6pPr marL="4577944" algn="l" defTabSz="1831177" rtl="0" eaLnBrk="1" latinLnBrk="0" hangingPunct="1">
        <a:defRPr sz="3605" kern="1200">
          <a:solidFill>
            <a:schemeClr val="tx1"/>
          </a:solidFill>
          <a:latin typeface="+mn-lt"/>
          <a:ea typeface="+mn-ea"/>
          <a:cs typeface="+mn-cs"/>
        </a:defRPr>
      </a:lvl6pPr>
      <a:lvl7pPr marL="5493532" algn="l" defTabSz="1831177" rtl="0" eaLnBrk="1" latinLnBrk="0" hangingPunct="1">
        <a:defRPr sz="3605" kern="1200">
          <a:solidFill>
            <a:schemeClr val="tx1"/>
          </a:solidFill>
          <a:latin typeface="+mn-lt"/>
          <a:ea typeface="+mn-ea"/>
          <a:cs typeface="+mn-cs"/>
        </a:defRPr>
      </a:lvl7pPr>
      <a:lvl8pPr marL="6409121" algn="l" defTabSz="1831177" rtl="0" eaLnBrk="1" latinLnBrk="0" hangingPunct="1">
        <a:defRPr sz="3605" kern="1200">
          <a:solidFill>
            <a:schemeClr val="tx1"/>
          </a:solidFill>
          <a:latin typeface="+mn-lt"/>
          <a:ea typeface="+mn-ea"/>
          <a:cs typeface="+mn-cs"/>
        </a:defRPr>
      </a:lvl8pPr>
      <a:lvl9pPr marL="7324710" algn="l" defTabSz="1831177" rtl="0" eaLnBrk="1" latinLnBrk="0" hangingPunct="1">
        <a:defRPr sz="36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0BA3867E-E27D-4ECA-9932-E1C555CCD651}"/>
              </a:ext>
            </a:extLst>
          </p:cNvPr>
          <p:cNvSpPr/>
          <p:nvPr/>
        </p:nvSpPr>
        <p:spPr>
          <a:xfrm>
            <a:off x="696010" y="749260"/>
            <a:ext cx="1365336" cy="71398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INÍCIO DO PROCESSO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D9D275F-2193-429F-8A71-79810CC7E4D0}"/>
              </a:ext>
            </a:extLst>
          </p:cNvPr>
          <p:cNvCxnSpPr>
            <a:cxnSpLocks/>
          </p:cNvCxnSpPr>
          <p:nvPr/>
        </p:nvCxnSpPr>
        <p:spPr>
          <a:xfrm>
            <a:off x="1328574" y="1463245"/>
            <a:ext cx="0" cy="6513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39CE96E3-65D9-4B68-B999-F6F570EF8386}"/>
              </a:ext>
            </a:extLst>
          </p:cNvPr>
          <p:cNvCxnSpPr>
            <a:cxnSpLocks/>
          </p:cNvCxnSpPr>
          <p:nvPr/>
        </p:nvCxnSpPr>
        <p:spPr>
          <a:xfrm>
            <a:off x="1328574" y="2114595"/>
            <a:ext cx="87055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486169F4-FC7E-4A98-915B-C7A837DF4274}"/>
              </a:ext>
            </a:extLst>
          </p:cNvPr>
          <p:cNvSpPr/>
          <p:nvPr/>
        </p:nvSpPr>
        <p:spPr>
          <a:xfrm>
            <a:off x="2199132" y="1532134"/>
            <a:ext cx="1540700" cy="11649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Imprimir prompt com as opções de escolha</a:t>
            </a:r>
          </a:p>
        </p:txBody>
      </p:sp>
      <p:sp>
        <p:nvSpPr>
          <p:cNvPr id="15" name="Losango 14">
            <a:extLst>
              <a:ext uri="{FF2B5EF4-FFF2-40B4-BE49-F238E27FC236}">
                <a16:creationId xmlns:a16="http://schemas.microsoft.com/office/drawing/2014/main" id="{E29F4D92-3745-4DAB-BE83-1E63893D7919}"/>
              </a:ext>
            </a:extLst>
          </p:cNvPr>
          <p:cNvSpPr/>
          <p:nvPr/>
        </p:nvSpPr>
        <p:spPr>
          <a:xfrm>
            <a:off x="3615612" y="2811778"/>
            <a:ext cx="2827864" cy="133631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O usuário escolheu a opção de gerar tabela de um novo campeonato?</a:t>
            </a:r>
          </a:p>
        </p:txBody>
      </p: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9A5F6F7C-D464-4645-8D7F-E4FE67828120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739832" y="2114595"/>
            <a:ext cx="128971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C7FD42BE-3F8C-48F6-B063-9886AD63A04D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5029544" y="2114597"/>
            <a:ext cx="0" cy="69718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B819F6CF-FC31-41E3-8519-CDF36886EE8F}"/>
              </a:ext>
            </a:extLst>
          </p:cNvPr>
          <p:cNvCxnSpPr>
            <a:cxnSpLocks/>
            <a:stCxn id="15" idx="3"/>
            <a:endCxn id="164" idx="3"/>
          </p:cNvCxnSpPr>
          <p:nvPr/>
        </p:nvCxnSpPr>
        <p:spPr>
          <a:xfrm>
            <a:off x="6443476" y="3479935"/>
            <a:ext cx="761796" cy="416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1E208B23-6D51-42B5-BFE1-050C6D73B1A6}"/>
              </a:ext>
            </a:extLst>
          </p:cNvPr>
          <p:cNvSpPr txBox="1"/>
          <p:nvPr/>
        </p:nvSpPr>
        <p:spPr>
          <a:xfrm>
            <a:off x="6462931" y="3230524"/>
            <a:ext cx="450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Sim</a:t>
            </a:r>
          </a:p>
        </p:txBody>
      </p: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88BCB663-5CE6-464D-A971-B1F3F1C24299}"/>
              </a:ext>
            </a:extLst>
          </p:cNvPr>
          <p:cNvCxnSpPr>
            <a:cxnSpLocks/>
            <a:stCxn id="164" idx="0"/>
          </p:cNvCxnSpPr>
          <p:nvPr/>
        </p:nvCxnSpPr>
        <p:spPr>
          <a:xfrm flipV="1">
            <a:off x="8824664" y="3479933"/>
            <a:ext cx="1086991" cy="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ector de Seta Reta 54">
            <a:extLst>
              <a:ext uri="{FF2B5EF4-FFF2-40B4-BE49-F238E27FC236}">
                <a16:creationId xmlns:a16="http://schemas.microsoft.com/office/drawing/2014/main" id="{B948AE55-9857-4E58-A971-1A19EA5C79DC}"/>
              </a:ext>
            </a:extLst>
          </p:cNvPr>
          <p:cNvCxnSpPr>
            <a:cxnSpLocks/>
            <a:endCxn id="57" idx="0"/>
          </p:cNvCxnSpPr>
          <p:nvPr/>
        </p:nvCxnSpPr>
        <p:spPr>
          <a:xfrm>
            <a:off x="9911654" y="3479935"/>
            <a:ext cx="0" cy="93149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7" name="Losango 56">
            <a:extLst>
              <a:ext uri="{FF2B5EF4-FFF2-40B4-BE49-F238E27FC236}">
                <a16:creationId xmlns:a16="http://schemas.microsoft.com/office/drawing/2014/main" id="{D2D33E55-B1DF-4248-997E-A482606843E0}"/>
              </a:ext>
            </a:extLst>
          </p:cNvPr>
          <p:cNvSpPr/>
          <p:nvPr/>
        </p:nvSpPr>
        <p:spPr>
          <a:xfrm>
            <a:off x="8497722" y="4411430"/>
            <a:ext cx="2827864" cy="133631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Os dados fazem sentido?</a:t>
            </a:r>
          </a:p>
        </p:txBody>
      </p:sp>
      <p:cxnSp>
        <p:nvCxnSpPr>
          <p:cNvPr id="59" name="Conector de Seta Reta 58">
            <a:extLst>
              <a:ext uri="{FF2B5EF4-FFF2-40B4-BE49-F238E27FC236}">
                <a16:creationId xmlns:a16="http://schemas.microsoft.com/office/drawing/2014/main" id="{0062410B-017D-426D-99DA-82154476FE86}"/>
              </a:ext>
            </a:extLst>
          </p:cNvPr>
          <p:cNvCxnSpPr>
            <a:cxnSpLocks/>
            <a:stCxn id="57" idx="1"/>
          </p:cNvCxnSpPr>
          <p:nvPr/>
        </p:nvCxnSpPr>
        <p:spPr>
          <a:xfrm flipH="1" flipV="1">
            <a:off x="7577017" y="5079587"/>
            <a:ext cx="920707" cy="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D53A0AB9-65E6-46E9-AFFF-FAAF73CA1EB3}"/>
              </a:ext>
            </a:extLst>
          </p:cNvPr>
          <p:cNvSpPr txBox="1"/>
          <p:nvPr/>
        </p:nvSpPr>
        <p:spPr>
          <a:xfrm>
            <a:off x="7998460" y="4824611"/>
            <a:ext cx="5245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Não</a:t>
            </a:r>
          </a:p>
        </p:txBody>
      </p:sp>
      <p:sp>
        <p:nvSpPr>
          <p:cNvPr id="66" name="Retângulo 65">
            <a:extLst>
              <a:ext uri="{FF2B5EF4-FFF2-40B4-BE49-F238E27FC236}">
                <a16:creationId xmlns:a16="http://schemas.microsoft.com/office/drawing/2014/main" id="{B2DD49AB-8E20-4037-8516-9D70A24F2FF2}"/>
              </a:ext>
            </a:extLst>
          </p:cNvPr>
          <p:cNvSpPr/>
          <p:nvPr/>
        </p:nvSpPr>
        <p:spPr>
          <a:xfrm>
            <a:off x="6281398" y="4617951"/>
            <a:ext cx="1303507" cy="9232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Imprimir</a:t>
            </a:r>
          </a:p>
          <a:p>
            <a:pPr algn="ctr"/>
            <a:r>
              <a:rPr lang="pt-BR" sz="1400" dirty="0"/>
              <a:t>mensagem de erro</a:t>
            </a:r>
          </a:p>
        </p:txBody>
      </p:sp>
      <p:cxnSp>
        <p:nvCxnSpPr>
          <p:cNvPr id="69" name="Conector reto 68">
            <a:extLst>
              <a:ext uri="{FF2B5EF4-FFF2-40B4-BE49-F238E27FC236}">
                <a16:creationId xmlns:a16="http://schemas.microsoft.com/office/drawing/2014/main" id="{A608CE29-ED6E-4358-9CA3-EA6D589F21AD}"/>
              </a:ext>
            </a:extLst>
          </p:cNvPr>
          <p:cNvCxnSpPr>
            <a:cxnSpLocks/>
            <a:stCxn id="66" idx="1"/>
          </p:cNvCxnSpPr>
          <p:nvPr/>
        </p:nvCxnSpPr>
        <p:spPr>
          <a:xfrm flipH="1">
            <a:off x="5367789" y="5079585"/>
            <a:ext cx="9136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Conector de Seta Reta 71">
            <a:extLst>
              <a:ext uri="{FF2B5EF4-FFF2-40B4-BE49-F238E27FC236}">
                <a16:creationId xmlns:a16="http://schemas.microsoft.com/office/drawing/2014/main" id="{86BD2CE1-D540-4968-9D9A-EA35BC44E5C6}"/>
              </a:ext>
            </a:extLst>
          </p:cNvPr>
          <p:cNvCxnSpPr>
            <a:cxnSpLocks/>
          </p:cNvCxnSpPr>
          <p:nvPr/>
        </p:nvCxnSpPr>
        <p:spPr>
          <a:xfrm flipV="1">
            <a:off x="5367787" y="3580230"/>
            <a:ext cx="1837484" cy="149935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Conector de Seta Reta 81">
            <a:extLst>
              <a:ext uri="{FF2B5EF4-FFF2-40B4-BE49-F238E27FC236}">
                <a16:creationId xmlns:a16="http://schemas.microsoft.com/office/drawing/2014/main" id="{A677FEA4-BDD5-4121-947A-B087225CC112}"/>
              </a:ext>
            </a:extLst>
          </p:cNvPr>
          <p:cNvCxnSpPr>
            <a:cxnSpLocks/>
            <a:stCxn id="57" idx="3"/>
          </p:cNvCxnSpPr>
          <p:nvPr/>
        </p:nvCxnSpPr>
        <p:spPr>
          <a:xfrm flipV="1">
            <a:off x="11325586" y="5079587"/>
            <a:ext cx="672650" cy="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30F5AA31-6A7A-4619-A2C5-CACF11B9AFCB}"/>
              </a:ext>
            </a:extLst>
          </p:cNvPr>
          <p:cNvSpPr txBox="1"/>
          <p:nvPr/>
        </p:nvSpPr>
        <p:spPr>
          <a:xfrm>
            <a:off x="11331650" y="4824611"/>
            <a:ext cx="489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Sim</a:t>
            </a:r>
            <a:endParaRPr lang="pt-BR" dirty="0"/>
          </a:p>
        </p:txBody>
      </p:sp>
      <p:sp>
        <p:nvSpPr>
          <p:cNvPr id="87" name="Retângulo 86">
            <a:extLst>
              <a:ext uri="{FF2B5EF4-FFF2-40B4-BE49-F238E27FC236}">
                <a16:creationId xmlns:a16="http://schemas.microsoft.com/office/drawing/2014/main" id="{AB68918A-BFE8-4D85-A7EB-024EDB8B245A}"/>
              </a:ext>
            </a:extLst>
          </p:cNvPr>
          <p:cNvSpPr/>
          <p:nvPr/>
        </p:nvSpPr>
        <p:spPr>
          <a:xfrm>
            <a:off x="11998238" y="4685189"/>
            <a:ext cx="867801" cy="751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Armazenar dados</a:t>
            </a:r>
          </a:p>
        </p:txBody>
      </p:sp>
      <p:cxnSp>
        <p:nvCxnSpPr>
          <p:cNvPr id="89" name="Conector de Seta Reta 88">
            <a:extLst>
              <a:ext uri="{FF2B5EF4-FFF2-40B4-BE49-F238E27FC236}">
                <a16:creationId xmlns:a16="http://schemas.microsoft.com/office/drawing/2014/main" id="{4D3DCFAB-74B0-4FCA-A246-6BC488611C42}"/>
              </a:ext>
            </a:extLst>
          </p:cNvPr>
          <p:cNvCxnSpPr>
            <a:cxnSpLocks/>
            <a:stCxn id="87" idx="3"/>
            <a:endCxn id="167" idx="3"/>
          </p:cNvCxnSpPr>
          <p:nvPr/>
        </p:nvCxnSpPr>
        <p:spPr>
          <a:xfrm>
            <a:off x="12866039" y="5061057"/>
            <a:ext cx="691139" cy="454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2" name="Losango 91">
            <a:extLst>
              <a:ext uri="{FF2B5EF4-FFF2-40B4-BE49-F238E27FC236}">
                <a16:creationId xmlns:a16="http://schemas.microsoft.com/office/drawing/2014/main" id="{66A3F204-23E8-4CDB-9513-327A8512C048}"/>
              </a:ext>
            </a:extLst>
          </p:cNvPr>
          <p:cNvSpPr/>
          <p:nvPr/>
        </p:nvSpPr>
        <p:spPr>
          <a:xfrm>
            <a:off x="12404757" y="6319294"/>
            <a:ext cx="2827864" cy="133631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Os dados fazem sentido?</a:t>
            </a:r>
          </a:p>
        </p:txBody>
      </p:sp>
      <p:cxnSp>
        <p:nvCxnSpPr>
          <p:cNvPr id="93" name="Conector de Seta Reta 92">
            <a:extLst>
              <a:ext uri="{FF2B5EF4-FFF2-40B4-BE49-F238E27FC236}">
                <a16:creationId xmlns:a16="http://schemas.microsoft.com/office/drawing/2014/main" id="{33AC8354-C22C-4B7C-8328-1D9ECFFC6076}"/>
              </a:ext>
            </a:extLst>
          </p:cNvPr>
          <p:cNvCxnSpPr>
            <a:cxnSpLocks/>
            <a:stCxn id="92" idx="1"/>
          </p:cNvCxnSpPr>
          <p:nvPr/>
        </p:nvCxnSpPr>
        <p:spPr>
          <a:xfrm flipH="1">
            <a:off x="11661354" y="6987450"/>
            <a:ext cx="743405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E520C167-DDEC-441F-BB27-E0A997D53955}"/>
              </a:ext>
            </a:extLst>
          </p:cNvPr>
          <p:cNvSpPr txBox="1"/>
          <p:nvPr/>
        </p:nvSpPr>
        <p:spPr>
          <a:xfrm>
            <a:off x="11915475" y="6734593"/>
            <a:ext cx="5245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Não</a:t>
            </a:r>
          </a:p>
        </p:txBody>
      </p:sp>
      <p:sp>
        <p:nvSpPr>
          <p:cNvPr id="95" name="Retângulo 94">
            <a:extLst>
              <a:ext uri="{FF2B5EF4-FFF2-40B4-BE49-F238E27FC236}">
                <a16:creationId xmlns:a16="http://schemas.microsoft.com/office/drawing/2014/main" id="{EC4982A3-0BCE-4281-A6F3-06C190B4C418}"/>
              </a:ext>
            </a:extLst>
          </p:cNvPr>
          <p:cNvSpPr/>
          <p:nvPr/>
        </p:nvSpPr>
        <p:spPr>
          <a:xfrm>
            <a:off x="10357847" y="6564632"/>
            <a:ext cx="1303507" cy="9232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Imprimir</a:t>
            </a:r>
          </a:p>
          <a:p>
            <a:pPr algn="ctr"/>
            <a:r>
              <a:rPr lang="pt-BR" sz="1400" dirty="0"/>
              <a:t>mensagem de erro</a:t>
            </a:r>
          </a:p>
        </p:txBody>
      </p:sp>
      <p:cxnSp>
        <p:nvCxnSpPr>
          <p:cNvPr id="96" name="Conector reto 95">
            <a:extLst>
              <a:ext uri="{FF2B5EF4-FFF2-40B4-BE49-F238E27FC236}">
                <a16:creationId xmlns:a16="http://schemas.microsoft.com/office/drawing/2014/main" id="{CD9ACDF4-AD2B-4D4C-B03C-2F67DC3859A7}"/>
              </a:ext>
            </a:extLst>
          </p:cNvPr>
          <p:cNvCxnSpPr>
            <a:cxnSpLocks/>
            <a:stCxn id="95" idx="1"/>
          </p:cNvCxnSpPr>
          <p:nvPr/>
        </p:nvCxnSpPr>
        <p:spPr>
          <a:xfrm flipH="1" flipV="1">
            <a:off x="8995828" y="7005980"/>
            <a:ext cx="1362019" cy="20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Conector de Seta Reta 96">
            <a:extLst>
              <a:ext uri="{FF2B5EF4-FFF2-40B4-BE49-F238E27FC236}">
                <a16:creationId xmlns:a16="http://schemas.microsoft.com/office/drawing/2014/main" id="{DFEDB3CB-5367-4C53-B8D7-CD472A44D843}"/>
              </a:ext>
            </a:extLst>
          </p:cNvPr>
          <p:cNvCxnSpPr>
            <a:cxnSpLocks/>
            <a:stCxn id="92" idx="3"/>
          </p:cNvCxnSpPr>
          <p:nvPr/>
        </p:nvCxnSpPr>
        <p:spPr>
          <a:xfrm flipV="1">
            <a:off x="15232621" y="6987451"/>
            <a:ext cx="672650" cy="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E29EBFCD-0847-49BC-8FAD-0EB2BB7DB533}"/>
              </a:ext>
            </a:extLst>
          </p:cNvPr>
          <p:cNvSpPr txBox="1"/>
          <p:nvPr/>
        </p:nvSpPr>
        <p:spPr>
          <a:xfrm>
            <a:off x="15232621" y="6743725"/>
            <a:ext cx="489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Sim</a:t>
            </a:r>
            <a:endParaRPr lang="pt-BR" dirty="0"/>
          </a:p>
        </p:txBody>
      </p:sp>
      <p:sp>
        <p:nvSpPr>
          <p:cNvPr id="99" name="Retângulo 98">
            <a:extLst>
              <a:ext uri="{FF2B5EF4-FFF2-40B4-BE49-F238E27FC236}">
                <a16:creationId xmlns:a16="http://schemas.microsoft.com/office/drawing/2014/main" id="{35D8A144-B98B-413D-A91C-DB22036EFBEF}"/>
              </a:ext>
            </a:extLst>
          </p:cNvPr>
          <p:cNvSpPr/>
          <p:nvPr/>
        </p:nvSpPr>
        <p:spPr>
          <a:xfrm>
            <a:off x="15899209" y="6619293"/>
            <a:ext cx="867801" cy="751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Armazenar dados</a:t>
            </a:r>
          </a:p>
        </p:txBody>
      </p:sp>
      <p:cxnSp>
        <p:nvCxnSpPr>
          <p:cNvPr id="101" name="Conector reto 100">
            <a:extLst>
              <a:ext uri="{FF2B5EF4-FFF2-40B4-BE49-F238E27FC236}">
                <a16:creationId xmlns:a16="http://schemas.microsoft.com/office/drawing/2014/main" id="{B47C9213-837C-48C8-AC5D-A3E59E8D602E}"/>
              </a:ext>
            </a:extLst>
          </p:cNvPr>
          <p:cNvCxnSpPr>
            <a:cxnSpLocks/>
            <a:stCxn id="167" idx="0"/>
          </p:cNvCxnSpPr>
          <p:nvPr/>
        </p:nvCxnSpPr>
        <p:spPr>
          <a:xfrm>
            <a:off x="15157371" y="5061512"/>
            <a:ext cx="2029772" cy="66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Conector de Seta Reta 103">
            <a:extLst>
              <a:ext uri="{FF2B5EF4-FFF2-40B4-BE49-F238E27FC236}">
                <a16:creationId xmlns:a16="http://schemas.microsoft.com/office/drawing/2014/main" id="{503D6817-4464-46FC-AC8B-C5965458433D}"/>
              </a:ext>
            </a:extLst>
          </p:cNvPr>
          <p:cNvCxnSpPr>
            <a:cxnSpLocks/>
            <a:endCxn id="92" idx="0"/>
          </p:cNvCxnSpPr>
          <p:nvPr/>
        </p:nvCxnSpPr>
        <p:spPr>
          <a:xfrm flipH="1">
            <a:off x="13818689" y="5068153"/>
            <a:ext cx="3368454" cy="125114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3" name="Conector de Seta Reta 112">
            <a:extLst>
              <a:ext uri="{FF2B5EF4-FFF2-40B4-BE49-F238E27FC236}">
                <a16:creationId xmlns:a16="http://schemas.microsoft.com/office/drawing/2014/main" id="{FEBC5066-2B31-44EE-BA1C-793DBE98A5DB}"/>
              </a:ext>
            </a:extLst>
          </p:cNvPr>
          <p:cNvCxnSpPr>
            <a:cxnSpLocks/>
          </p:cNvCxnSpPr>
          <p:nvPr/>
        </p:nvCxnSpPr>
        <p:spPr>
          <a:xfrm flipV="1">
            <a:off x="8995827" y="5184690"/>
            <a:ext cx="4595644" cy="182129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0" name="Conector reto 119">
            <a:extLst>
              <a:ext uri="{FF2B5EF4-FFF2-40B4-BE49-F238E27FC236}">
                <a16:creationId xmlns:a16="http://schemas.microsoft.com/office/drawing/2014/main" id="{8905F11A-9541-4209-8832-DE8715646AB4}"/>
              </a:ext>
            </a:extLst>
          </p:cNvPr>
          <p:cNvCxnSpPr>
            <a:cxnSpLocks/>
            <a:stCxn id="99" idx="3"/>
          </p:cNvCxnSpPr>
          <p:nvPr/>
        </p:nvCxnSpPr>
        <p:spPr>
          <a:xfrm>
            <a:off x="16767010" y="6995160"/>
            <a:ext cx="648783" cy="108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Conector reto 122">
            <a:extLst>
              <a:ext uri="{FF2B5EF4-FFF2-40B4-BE49-F238E27FC236}">
                <a16:creationId xmlns:a16="http://schemas.microsoft.com/office/drawing/2014/main" id="{565D6CC0-529F-45DE-965C-97E0199C58BB}"/>
              </a:ext>
            </a:extLst>
          </p:cNvPr>
          <p:cNvCxnSpPr>
            <a:cxnSpLocks/>
          </p:cNvCxnSpPr>
          <p:nvPr/>
        </p:nvCxnSpPr>
        <p:spPr>
          <a:xfrm>
            <a:off x="17415791" y="7005981"/>
            <a:ext cx="0" cy="12445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Conector reto 125">
            <a:extLst>
              <a:ext uri="{FF2B5EF4-FFF2-40B4-BE49-F238E27FC236}">
                <a16:creationId xmlns:a16="http://schemas.microsoft.com/office/drawing/2014/main" id="{5D7AFE8F-5354-4984-8ABD-E9FF34C6C3F8}"/>
              </a:ext>
            </a:extLst>
          </p:cNvPr>
          <p:cNvCxnSpPr>
            <a:cxnSpLocks/>
          </p:cNvCxnSpPr>
          <p:nvPr/>
        </p:nvCxnSpPr>
        <p:spPr>
          <a:xfrm flipH="1">
            <a:off x="1328576" y="8248561"/>
            <a:ext cx="160872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Conector reto 128">
            <a:extLst>
              <a:ext uri="{FF2B5EF4-FFF2-40B4-BE49-F238E27FC236}">
                <a16:creationId xmlns:a16="http://schemas.microsoft.com/office/drawing/2014/main" id="{CE31651A-1D21-448E-A3E7-2F3EB23C0F4A}"/>
              </a:ext>
            </a:extLst>
          </p:cNvPr>
          <p:cNvCxnSpPr>
            <a:cxnSpLocks/>
          </p:cNvCxnSpPr>
          <p:nvPr/>
        </p:nvCxnSpPr>
        <p:spPr>
          <a:xfrm>
            <a:off x="1328574" y="8247416"/>
            <a:ext cx="0" cy="14902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Conector de Seta Reta 131">
            <a:extLst>
              <a:ext uri="{FF2B5EF4-FFF2-40B4-BE49-F238E27FC236}">
                <a16:creationId xmlns:a16="http://schemas.microsoft.com/office/drawing/2014/main" id="{DEAF2132-4387-4EDE-A671-65302A2EDF48}"/>
              </a:ext>
            </a:extLst>
          </p:cNvPr>
          <p:cNvCxnSpPr>
            <a:cxnSpLocks/>
          </p:cNvCxnSpPr>
          <p:nvPr/>
        </p:nvCxnSpPr>
        <p:spPr>
          <a:xfrm>
            <a:off x="1327934" y="9726481"/>
            <a:ext cx="893500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6" name="Retângulo 135">
            <a:extLst>
              <a:ext uri="{FF2B5EF4-FFF2-40B4-BE49-F238E27FC236}">
                <a16:creationId xmlns:a16="http://schemas.microsoft.com/office/drawing/2014/main" id="{F03F8B43-C497-45DD-87D7-0ED4D4D47268}"/>
              </a:ext>
            </a:extLst>
          </p:cNvPr>
          <p:cNvSpPr/>
          <p:nvPr/>
        </p:nvSpPr>
        <p:spPr>
          <a:xfrm>
            <a:off x="2221436" y="9113164"/>
            <a:ext cx="1686591" cy="11669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Gerar emparelhamento das partidas e definir as datas</a:t>
            </a:r>
          </a:p>
        </p:txBody>
      </p:sp>
      <p:cxnSp>
        <p:nvCxnSpPr>
          <p:cNvPr id="138" name="Conector de Seta Reta 137">
            <a:extLst>
              <a:ext uri="{FF2B5EF4-FFF2-40B4-BE49-F238E27FC236}">
                <a16:creationId xmlns:a16="http://schemas.microsoft.com/office/drawing/2014/main" id="{6A8FAAC5-4910-42B5-9B7F-9B562B51C13C}"/>
              </a:ext>
            </a:extLst>
          </p:cNvPr>
          <p:cNvCxnSpPr>
            <a:cxnSpLocks/>
            <a:stCxn id="136" idx="3"/>
          </p:cNvCxnSpPr>
          <p:nvPr/>
        </p:nvCxnSpPr>
        <p:spPr>
          <a:xfrm>
            <a:off x="3908027" y="9696617"/>
            <a:ext cx="892859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0" name="Retângulo 139">
            <a:extLst>
              <a:ext uri="{FF2B5EF4-FFF2-40B4-BE49-F238E27FC236}">
                <a16:creationId xmlns:a16="http://schemas.microsoft.com/office/drawing/2014/main" id="{582B3396-B163-4620-9AF4-1CD39321FBA8}"/>
              </a:ext>
            </a:extLst>
          </p:cNvPr>
          <p:cNvSpPr/>
          <p:nvPr/>
        </p:nvSpPr>
        <p:spPr>
          <a:xfrm>
            <a:off x="4800886" y="9113164"/>
            <a:ext cx="1686591" cy="11669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Imprimir prompt com as opções de exibição da tabela gerada</a:t>
            </a:r>
          </a:p>
        </p:txBody>
      </p:sp>
      <p:cxnSp>
        <p:nvCxnSpPr>
          <p:cNvPr id="142" name="Conector reto 141">
            <a:extLst>
              <a:ext uri="{FF2B5EF4-FFF2-40B4-BE49-F238E27FC236}">
                <a16:creationId xmlns:a16="http://schemas.microsoft.com/office/drawing/2014/main" id="{5345C777-E619-4846-ABBA-1B5434A2839D}"/>
              </a:ext>
            </a:extLst>
          </p:cNvPr>
          <p:cNvCxnSpPr>
            <a:cxnSpLocks/>
            <a:stCxn id="140" idx="3"/>
          </p:cNvCxnSpPr>
          <p:nvPr/>
        </p:nvCxnSpPr>
        <p:spPr>
          <a:xfrm>
            <a:off x="6487477" y="9696617"/>
            <a:ext cx="98894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Conector de Seta Reta 144">
            <a:extLst>
              <a:ext uri="{FF2B5EF4-FFF2-40B4-BE49-F238E27FC236}">
                <a16:creationId xmlns:a16="http://schemas.microsoft.com/office/drawing/2014/main" id="{B30BB679-D8CF-49D6-8134-E8E4DDA07C08}"/>
              </a:ext>
            </a:extLst>
          </p:cNvPr>
          <p:cNvCxnSpPr>
            <a:cxnSpLocks/>
          </p:cNvCxnSpPr>
          <p:nvPr/>
        </p:nvCxnSpPr>
        <p:spPr>
          <a:xfrm>
            <a:off x="7476416" y="9696617"/>
            <a:ext cx="0" cy="637596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8" name="Losango 147">
            <a:extLst>
              <a:ext uri="{FF2B5EF4-FFF2-40B4-BE49-F238E27FC236}">
                <a16:creationId xmlns:a16="http://schemas.microsoft.com/office/drawing/2014/main" id="{CD2A0598-81E9-4A12-B584-EDF177EE7EE2}"/>
              </a:ext>
            </a:extLst>
          </p:cNvPr>
          <p:cNvSpPr/>
          <p:nvPr/>
        </p:nvSpPr>
        <p:spPr>
          <a:xfrm>
            <a:off x="6062484" y="10338869"/>
            <a:ext cx="2827864" cy="133631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O usuário escolheu a opção para exibir a tabela do campeonato?</a:t>
            </a:r>
          </a:p>
        </p:txBody>
      </p:sp>
      <p:cxnSp>
        <p:nvCxnSpPr>
          <p:cNvPr id="151" name="Conector de Seta Reta 150">
            <a:extLst>
              <a:ext uri="{FF2B5EF4-FFF2-40B4-BE49-F238E27FC236}">
                <a16:creationId xmlns:a16="http://schemas.microsoft.com/office/drawing/2014/main" id="{1B2AE66B-D95D-405B-81E5-114215FA781B}"/>
              </a:ext>
            </a:extLst>
          </p:cNvPr>
          <p:cNvCxnSpPr>
            <a:cxnSpLocks/>
          </p:cNvCxnSpPr>
          <p:nvPr/>
        </p:nvCxnSpPr>
        <p:spPr>
          <a:xfrm>
            <a:off x="8890349" y="11007025"/>
            <a:ext cx="1369143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3" name="CaixaDeTexto 152">
            <a:extLst>
              <a:ext uri="{FF2B5EF4-FFF2-40B4-BE49-F238E27FC236}">
                <a16:creationId xmlns:a16="http://schemas.microsoft.com/office/drawing/2014/main" id="{4B5585D9-BCA7-4479-854C-D7F9F4A7E357}"/>
              </a:ext>
            </a:extLst>
          </p:cNvPr>
          <p:cNvSpPr txBox="1"/>
          <p:nvPr/>
        </p:nvSpPr>
        <p:spPr>
          <a:xfrm>
            <a:off x="8880300" y="10779524"/>
            <a:ext cx="450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Sim</a:t>
            </a:r>
            <a:endParaRPr lang="pt-BR" dirty="0"/>
          </a:p>
        </p:txBody>
      </p:sp>
      <p:sp>
        <p:nvSpPr>
          <p:cNvPr id="154" name="Retângulo 153">
            <a:extLst>
              <a:ext uri="{FF2B5EF4-FFF2-40B4-BE49-F238E27FC236}">
                <a16:creationId xmlns:a16="http://schemas.microsoft.com/office/drawing/2014/main" id="{34B92C23-268B-4D37-9D59-B1B00059D1B3}"/>
              </a:ext>
            </a:extLst>
          </p:cNvPr>
          <p:cNvSpPr/>
          <p:nvPr/>
        </p:nvSpPr>
        <p:spPr>
          <a:xfrm>
            <a:off x="10259492" y="10411878"/>
            <a:ext cx="1686591" cy="11669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Imprimir a tabela completa do emparelhamento campeonato</a:t>
            </a:r>
          </a:p>
        </p:txBody>
      </p:sp>
      <p:sp>
        <p:nvSpPr>
          <p:cNvPr id="158" name="Retângulo: Cantos Arredondados 157">
            <a:extLst>
              <a:ext uri="{FF2B5EF4-FFF2-40B4-BE49-F238E27FC236}">
                <a16:creationId xmlns:a16="http://schemas.microsoft.com/office/drawing/2014/main" id="{A3152E00-DEC4-4FB8-B3D3-889E90D4B0BD}"/>
              </a:ext>
            </a:extLst>
          </p:cNvPr>
          <p:cNvSpPr/>
          <p:nvPr/>
        </p:nvSpPr>
        <p:spPr>
          <a:xfrm>
            <a:off x="14197484" y="12147920"/>
            <a:ext cx="1365336" cy="71398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FIM DO PROCESSO</a:t>
            </a:r>
          </a:p>
        </p:txBody>
      </p:sp>
      <p:sp>
        <p:nvSpPr>
          <p:cNvPr id="159" name="CaixaDeTexto 158">
            <a:extLst>
              <a:ext uri="{FF2B5EF4-FFF2-40B4-BE49-F238E27FC236}">
                <a16:creationId xmlns:a16="http://schemas.microsoft.com/office/drawing/2014/main" id="{E65D7EBE-CC69-4BCE-97EB-6F9F092416E0}"/>
              </a:ext>
            </a:extLst>
          </p:cNvPr>
          <p:cNvSpPr txBox="1"/>
          <p:nvPr/>
        </p:nvSpPr>
        <p:spPr>
          <a:xfrm>
            <a:off x="493084" y="13462218"/>
            <a:ext cx="1154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Descrição:</a:t>
            </a:r>
          </a:p>
        </p:txBody>
      </p:sp>
      <p:sp>
        <p:nvSpPr>
          <p:cNvPr id="160" name="Retângulo 159">
            <a:extLst>
              <a:ext uri="{FF2B5EF4-FFF2-40B4-BE49-F238E27FC236}">
                <a16:creationId xmlns:a16="http://schemas.microsoft.com/office/drawing/2014/main" id="{4EA6E044-59E0-432F-88E5-D9AFFF5BC800}"/>
              </a:ext>
            </a:extLst>
          </p:cNvPr>
          <p:cNvSpPr/>
          <p:nvPr/>
        </p:nvSpPr>
        <p:spPr>
          <a:xfrm>
            <a:off x="598679" y="13930465"/>
            <a:ext cx="435077" cy="2728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1" name="Seta: para a Direita 160">
            <a:extLst>
              <a:ext uri="{FF2B5EF4-FFF2-40B4-BE49-F238E27FC236}">
                <a16:creationId xmlns:a16="http://schemas.microsoft.com/office/drawing/2014/main" id="{0F6621FB-26CA-4FEB-BE6F-48B3A7A547D4}"/>
              </a:ext>
            </a:extLst>
          </p:cNvPr>
          <p:cNvSpPr/>
          <p:nvPr/>
        </p:nvSpPr>
        <p:spPr>
          <a:xfrm>
            <a:off x="1159117" y="14015268"/>
            <a:ext cx="117987" cy="11061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2" name="CaixaDeTexto 161">
            <a:extLst>
              <a:ext uri="{FF2B5EF4-FFF2-40B4-BE49-F238E27FC236}">
                <a16:creationId xmlns:a16="http://schemas.microsoft.com/office/drawing/2014/main" id="{9286A81C-DE8E-4544-B7B8-1CAE86C0D4BC}"/>
              </a:ext>
            </a:extLst>
          </p:cNvPr>
          <p:cNvSpPr txBox="1"/>
          <p:nvPr/>
        </p:nvSpPr>
        <p:spPr>
          <a:xfrm>
            <a:off x="1277104" y="13882220"/>
            <a:ext cx="1679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Ação do código;</a:t>
            </a:r>
          </a:p>
        </p:txBody>
      </p:sp>
      <p:sp>
        <p:nvSpPr>
          <p:cNvPr id="164" name="Hexágono 163">
            <a:extLst>
              <a:ext uri="{FF2B5EF4-FFF2-40B4-BE49-F238E27FC236}">
                <a16:creationId xmlns:a16="http://schemas.microsoft.com/office/drawing/2014/main" id="{C82F6913-914C-4D44-9911-547CC10A08EE}"/>
              </a:ext>
            </a:extLst>
          </p:cNvPr>
          <p:cNvSpPr/>
          <p:nvPr/>
        </p:nvSpPr>
        <p:spPr>
          <a:xfrm>
            <a:off x="7205273" y="2812194"/>
            <a:ext cx="1619391" cy="1336315"/>
          </a:xfrm>
          <a:prstGeom prst="hex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Pedir ao usuário que forneça os dados sobre os times até que todos os times sejam repassados</a:t>
            </a:r>
          </a:p>
        </p:txBody>
      </p:sp>
      <p:sp>
        <p:nvSpPr>
          <p:cNvPr id="167" name="Hexágono 166">
            <a:extLst>
              <a:ext uri="{FF2B5EF4-FFF2-40B4-BE49-F238E27FC236}">
                <a16:creationId xmlns:a16="http://schemas.microsoft.com/office/drawing/2014/main" id="{0E5FD750-6102-4CE1-8A7A-53A1535FE0B8}"/>
              </a:ext>
            </a:extLst>
          </p:cNvPr>
          <p:cNvSpPr/>
          <p:nvPr/>
        </p:nvSpPr>
        <p:spPr>
          <a:xfrm>
            <a:off x="13557177" y="4422443"/>
            <a:ext cx="1600194" cy="1278137"/>
          </a:xfrm>
          <a:prstGeom prst="hex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dirty="0"/>
              <a:t>Pedir ao usuário que forneça os dados sobre os locais de disputa do campeonato</a:t>
            </a:r>
          </a:p>
        </p:txBody>
      </p:sp>
      <p:sp>
        <p:nvSpPr>
          <p:cNvPr id="177" name="Hexágono 176">
            <a:extLst>
              <a:ext uri="{FF2B5EF4-FFF2-40B4-BE49-F238E27FC236}">
                <a16:creationId xmlns:a16="http://schemas.microsoft.com/office/drawing/2014/main" id="{607AED7F-34C5-46C9-985C-5DA27F368AE3}"/>
              </a:ext>
            </a:extLst>
          </p:cNvPr>
          <p:cNvSpPr/>
          <p:nvPr/>
        </p:nvSpPr>
        <p:spPr>
          <a:xfrm>
            <a:off x="598679" y="14349837"/>
            <a:ext cx="435077" cy="369332"/>
          </a:xfrm>
          <a:prstGeom prst="hex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8" name="Seta: para a Direita 177">
            <a:extLst>
              <a:ext uri="{FF2B5EF4-FFF2-40B4-BE49-F238E27FC236}">
                <a16:creationId xmlns:a16="http://schemas.microsoft.com/office/drawing/2014/main" id="{5BEC7558-810C-4D30-AD10-16C9FC4EBF69}"/>
              </a:ext>
            </a:extLst>
          </p:cNvPr>
          <p:cNvSpPr/>
          <p:nvPr/>
        </p:nvSpPr>
        <p:spPr>
          <a:xfrm>
            <a:off x="1159117" y="14482885"/>
            <a:ext cx="117987" cy="11061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9" name="CaixaDeTexto 178">
            <a:extLst>
              <a:ext uri="{FF2B5EF4-FFF2-40B4-BE49-F238E27FC236}">
                <a16:creationId xmlns:a16="http://schemas.microsoft.com/office/drawing/2014/main" id="{05BAA092-F1A0-4233-8EDF-10D2A903DFAE}"/>
              </a:ext>
            </a:extLst>
          </p:cNvPr>
          <p:cNvSpPr txBox="1"/>
          <p:nvPr/>
        </p:nvSpPr>
        <p:spPr>
          <a:xfrm>
            <a:off x="1277103" y="14349837"/>
            <a:ext cx="2431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Forçar input do usuário;</a:t>
            </a:r>
          </a:p>
        </p:txBody>
      </p:sp>
      <p:sp>
        <p:nvSpPr>
          <p:cNvPr id="180" name="Losango 179">
            <a:extLst>
              <a:ext uri="{FF2B5EF4-FFF2-40B4-BE49-F238E27FC236}">
                <a16:creationId xmlns:a16="http://schemas.microsoft.com/office/drawing/2014/main" id="{809855BC-B482-48FC-A04E-FCC310AC953C}"/>
              </a:ext>
            </a:extLst>
          </p:cNvPr>
          <p:cNvSpPr/>
          <p:nvPr/>
        </p:nvSpPr>
        <p:spPr>
          <a:xfrm>
            <a:off x="598678" y="14895935"/>
            <a:ext cx="435077" cy="369332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1" name="Seta: para a Direita 180">
            <a:extLst>
              <a:ext uri="{FF2B5EF4-FFF2-40B4-BE49-F238E27FC236}">
                <a16:creationId xmlns:a16="http://schemas.microsoft.com/office/drawing/2014/main" id="{27AC502A-0545-48BE-A814-F64C3D12A0F6}"/>
              </a:ext>
            </a:extLst>
          </p:cNvPr>
          <p:cNvSpPr/>
          <p:nvPr/>
        </p:nvSpPr>
        <p:spPr>
          <a:xfrm>
            <a:off x="1159117" y="15024555"/>
            <a:ext cx="117987" cy="11061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2" name="CaixaDeTexto 181">
            <a:extLst>
              <a:ext uri="{FF2B5EF4-FFF2-40B4-BE49-F238E27FC236}">
                <a16:creationId xmlns:a16="http://schemas.microsoft.com/office/drawing/2014/main" id="{C25CACE8-9CD0-4F07-8E00-F3C9D04DD041}"/>
              </a:ext>
            </a:extLst>
          </p:cNvPr>
          <p:cNvSpPr txBox="1"/>
          <p:nvPr/>
        </p:nvSpPr>
        <p:spPr>
          <a:xfrm>
            <a:off x="1277103" y="14891507"/>
            <a:ext cx="3059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Realizar uma ação condicional;</a:t>
            </a:r>
          </a:p>
        </p:txBody>
      </p:sp>
      <p:cxnSp>
        <p:nvCxnSpPr>
          <p:cNvPr id="184" name="Conector de Seta Reta 183">
            <a:extLst>
              <a:ext uri="{FF2B5EF4-FFF2-40B4-BE49-F238E27FC236}">
                <a16:creationId xmlns:a16="http://schemas.microsoft.com/office/drawing/2014/main" id="{2B593E23-E293-477B-BBDB-205745D09B94}"/>
              </a:ext>
            </a:extLst>
          </p:cNvPr>
          <p:cNvCxnSpPr>
            <a:cxnSpLocks/>
          </p:cNvCxnSpPr>
          <p:nvPr/>
        </p:nvCxnSpPr>
        <p:spPr>
          <a:xfrm>
            <a:off x="615610" y="15530931"/>
            <a:ext cx="381819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6" name="Seta: para a Direita 185">
            <a:extLst>
              <a:ext uri="{FF2B5EF4-FFF2-40B4-BE49-F238E27FC236}">
                <a16:creationId xmlns:a16="http://schemas.microsoft.com/office/drawing/2014/main" id="{6B83A20E-6E04-454A-AD8D-404CD3463E0B}"/>
              </a:ext>
            </a:extLst>
          </p:cNvPr>
          <p:cNvSpPr/>
          <p:nvPr/>
        </p:nvSpPr>
        <p:spPr>
          <a:xfrm>
            <a:off x="1159117" y="15486502"/>
            <a:ext cx="117987" cy="11061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7" name="CaixaDeTexto 186">
            <a:extLst>
              <a:ext uri="{FF2B5EF4-FFF2-40B4-BE49-F238E27FC236}">
                <a16:creationId xmlns:a16="http://schemas.microsoft.com/office/drawing/2014/main" id="{D4E6A5C3-4E89-49BD-8D01-0E0A24537AC3}"/>
              </a:ext>
            </a:extLst>
          </p:cNvPr>
          <p:cNvSpPr txBox="1"/>
          <p:nvPr/>
        </p:nvSpPr>
        <p:spPr>
          <a:xfrm>
            <a:off x="1277104" y="15353454"/>
            <a:ext cx="2645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Sequência à ação anterior.</a:t>
            </a:r>
          </a:p>
        </p:txBody>
      </p:sp>
      <p:sp>
        <p:nvSpPr>
          <p:cNvPr id="188" name="Retângulo 187">
            <a:extLst>
              <a:ext uri="{FF2B5EF4-FFF2-40B4-BE49-F238E27FC236}">
                <a16:creationId xmlns:a16="http://schemas.microsoft.com/office/drawing/2014/main" id="{CC980907-0523-4AA6-80EC-94EEEEA5734B}"/>
              </a:ext>
            </a:extLst>
          </p:cNvPr>
          <p:cNvSpPr/>
          <p:nvPr/>
        </p:nvSpPr>
        <p:spPr>
          <a:xfrm>
            <a:off x="207820" y="2705825"/>
            <a:ext cx="17810015" cy="513350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9" name="CaixaDeTexto 188">
            <a:extLst>
              <a:ext uri="{FF2B5EF4-FFF2-40B4-BE49-F238E27FC236}">
                <a16:creationId xmlns:a16="http://schemas.microsoft.com/office/drawing/2014/main" id="{2709A71A-5C44-4D8C-B166-5F74A59BA43A}"/>
              </a:ext>
            </a:extLst>
          </p:cNvPr>
          <p:cNvSpPr txBox="1"/>
          <p:nvPr/>
        </p:nvSpPr>
        <p:spPr>
          <a:xfrm>
            <a:off x="15157371" y="2786539"/>
            <a:ext cx="2839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CICLO DE COLETA DE DADOS</a:t>
            </a:r>
          </a:p>
        </p:txBody>
      </p:sp>
      <p:sp>
        <p:nvSpPr>
          <p:cNvPr id="190" name="Retângulo 189">
            <a:extLst>
              <a:ext uri="{FF2B5EF4-FFF2-40B4-BE49-F238E27FC236}">
                <a16:creationId xmlns:a16="http://schemas.microsoft.com/office/drawing/2014/main" id="{327A095E-83C3-4FAA-AC59-AEFE91BB2CF5}"/>
              </a:ext>
            </a:extLst>
          </p:cNvPr>
          <p:cNvSpPr/>
          <p:nvPr/>
        </p:nvSpPr>
        <p:spPr>
          <a:xfrm>
            <a:off x="207820" y="8719994"/>
            <a:ext cx="17789111" cy="3008962"/>
          </a:xfrm>
          <a:prstGeom prst="rect">
            <a:avLst/>
          </a:prstGeom>
          <a:solidFill>
            <a:schemeClr val="accent4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92" name="Conector reto 191">
            <a:extLst>
              <a:ext uri="{FF2B5EF4-FFF2-40B4-BE49-F238E27FC236}">
                <a16:creationId xmlns:a16="http://schemas.microsoft.com/office/drawing/2014/main" id="{3F43CEBD-E30D-423E-9143-8C6BC45411FB}"/>
              </a:ext>
            </a:extLst>
          </p:cNvPr>
          <p:cNvCxnSpPr>
            <a:cxnSpLocks/>
            <a:stCxn id="154" idx="3"/>
          </p:cNvCxnSpPr>
          <p:nvPr/>
        </p:nvCxnSpPr>
        <p:spPr>
          <a:xfrm>
            <a:off x="11946083" y="10995331"/>
            <a:ext cx="9284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5" name="Conector de Seta Reta 194">
            <a:extLst>
              <a:ext uri="{FF2B5EF4-FFF2-40B4-BE49-F238E27FC236}">
                <a16:creationId xmlns:a16="http://schemas.microsoft.com/office/drawing/2014/main" id="{746D7B9E-7CAB-4FCA-A8F6-5BC1901BCA03}"/>
              </a:ext>
            </a:extLst>
          </p:cNvPr>
          <p:cNvCxnSpPr>
            <a:cxnSpLocks/>
            <a:endCxn id="158" idx="1"/>
          </p:cNvCxnSpPr>
          <p:nvPr/>
        </p:nvCxnSpPr>
        <p:spPr>
          <a:xfrm>
            <a:off x="12865838" y="10991688"/>
            <a:ext cx="1331647" cy="151322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9" name="CaixaDeTexto 198">
            <a:extLst>
              <a:ext uri="{FF2B5EF4-FFF2-40B4-BE49-F238E27FC236}">
                <a16:creationId xmlns:a16="http://schemas.microsoft.com/office/drawing/2014/main" id="{6CBFDD1E-C080-4B8B-87F7-A68DFC76B822}"/>
              </a:ext>
            </a:extLst>
          </p:cNvPr>
          <p:cNvSpPr txBox="1"/>
          <p:nvPr/>
        </p:nvSpPr>
        <p:spPr>
          <a:xfrm>
            <a:off x="14019368" y="8810331"/>
            <a:ext cx="3977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CICLO DE EXIBIÇÃO DE DADOS GERADOS</a:t>
            </a:r>
          </a:p>
        </p:txBody>
      </p:sp>
    </p:spTree>
    <p:extLst>
      <p:ext uri="{BB962C8B-B14F-4D97-AF65-F5344CB8AC3E}">
        <p14:creationId xmlns:p14="http://schemas.microsoft.com/office/powerpoint/2010/main" val="20616858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</TotalTime>
  <Words>154</Words>
  <Application>Microsoft Office PowerPoint</Application>
  <PresentationFormat>Personalizar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Camila</dc:creator>
  <cp:lastModifiedBy>Camila</cp:lastModifiedBy>
  <cp:revision>1</cp:revision>
  <dcterms:created xsi:type="dcterms:W3CDTF">2026-02-07T22:08:54Z</dcterms:created>
  <dcterms:modified xsi:type="dcterms:W3CDTF">2026-02-07T23:02:24Z</dcterms:modified>
</cp:coreProperties>
</file>